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906000" cy="6858000" type="A4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0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0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1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3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1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8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9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4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8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9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BCB5-D974-4193-B79E-05356DDBA73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45AC-2516-4504-81B8-53B99760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1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Photo Album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by Microsoft account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4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FILE CONCRETE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53" y="642938"/>
            <a:ext cx="4179094" cy="5572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97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.BELT CONCRETE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272" y="642938"/>
            <a:ext cx="2507456" cy="5572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65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.POST CONCRET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281"/>
            <a:ext cx="9906000" cy="4464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86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.BLOCK WORK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99060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550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.BLOCK WORK CURING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272" y="642938"/>
            <a:ext cx="2507456" cy="5572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08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PLASTERING WORK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281"/>
            <a:ext cx="9906000" cy="4464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548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.PLASTERING CURING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53" y="642938"/>
            <a:ext cx="4179094" cy="5572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104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99060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621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</Words>
  <Application>Microsoft Office PowerPoint</Application>
  <PresentationFormat>A4 Paper (210x297 mm)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Photo Album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Microsoft account</dc:creator>
  <cp:lastModifiedBy>Microsoft account</cp:lastModifiedBy>
  <cp:revision>1</cp:revision>
  <dcterms:created xsi:type="dcterms:W3CDTF">2025-03-24T07:45:39Z</dcterms:created>
  <dcterms:modified xsi:type="dcterms:W3CDTF">2025-03-24T07:46:45Z</dcterms:modified>
</cp:coreProperties>
</file>